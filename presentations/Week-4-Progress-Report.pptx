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embeddedFontLst>
    <p:embeddedFont>
      <p:font typeface="Brygada 1918 Bold" panose="020B0604020202020204" charset="0"/>
      <p:regular r:id="rId8"/>
    </p:embeddedFont>
    <p:embeddedFont>
      <p:font typeface="Montserrat Bold" panose="020B0604020202020204" charset="0"/>
      <p:regular r:id="rId9"/>
    </p:embeddedFont>
    <p:embeddedFont>
      <p:font typeface="Montserrat Medium" panose="020F0502020204030204" pitchFamily="2" charset="0"/>
      <p:regular r:id="rId1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0448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21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24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97288" y="1500336"/>
            <a:ext cx="4778425" cy="445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Week 4 Progress Report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3897288" y="1999804"/>
            <a:ext cx="4778425" cy="22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Social Media Data Collection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3897288" y="2276326"/>
            <a:ext cx="4778425" cy="22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GenAI Carbon Footprint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897288" y="2700040"/>
            <a:ext cx="4778425" cy="943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Moteba Rehman (Research Intern)</a:t>
            </a:r>
            <a:endParaRPr lang="en-US" sz="1050" dirty="0"/>
          </a:p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Supervisor: Ms. Zahida Kausar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Faculty Coordinator: Dr. Mehwish Fatima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8288" y="378768"/>
            <a:ext cx="8207425" cy="341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Data Collection Workflow</a:t>
            </a:r>
            <a:endParaRPr lang="en-US" sz="2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72" y="877044"/>
            <a:ext cx="8139782" cy="3510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9819" y="3713752"/>
            <a:ext cx="1969738" cy="246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CSV Dataset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1049819" y="2901236"/>
            <a:ext cx="1969738" cy="246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Platforms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049819" y="2096926"/>
            <a:ext cx="1969738" cy="246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Jupyter Notebook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049819" y="1284409"/>
            <a:ext cx="1969738" cy="246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Research Tags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468288" y="4475262"/>
            <a:ext cx="820742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    Target hashtags: </a:t>
            </a:r>
            <a:r>
              <a:rPr lang="en-US" sz="80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#ghibliart</a:t>
            </a:r>
            <a:r>
              <a:rPr lang="en-US" sz="8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, </a:t>
            </a:r>
            <a:r>
              <a:rPr lang="en-US" sz="80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#ghiblistyle</a:t>
            </a:r>
            <a:r>
              <a:rPr lang="en-US" sz="8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, </a:t>
            </a:r>
            <a:r>
              <a:rPr lang="en-US" sz="80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#ghiblistudio</a:t>
            </a:r>
            <a:r>
              <a:rPr lang="en-US" sz="8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, </a:t>
            </a:r>
            <a:r>
              <a:rPr lang="en-US" sz="80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#ghiblitrend</a:t>
            </a:r>
            <a:r>
              <a:rPr lang="en-US" sz="8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. Data collection automated via platform‑specific Jupyter notebooks; scraping, basic validation, and CSV export implemented.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8288" y="642729"/>
            <a:ext cx="8207425" cy="445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Collected Dataset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88" y="1933590"/>
            <a:ext cx="577304" cy="5773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2800" y="1933590"/>
            <a:ext cx="1879774" cy="22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Instagram — 93 posts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12800" y="2236827"/>
            <a:ext cx="1879774" cy="1210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Caption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Hashtags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Likes · Comments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Timestamp · Username · Location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9782" y="1933590"/>
            <a:ext cx="577304" cy="57730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04295" y="1933590"/>
            <a:ext cx="1879848" cy="22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TikTok — 400 videos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004295" y="2236827"/>
            <a:ext cx="1879848" cy="949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Caption · Hashtags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Views · Likes · Comments · Shares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Author · Timestamp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1352" y="1933590"/>
            <a:ext cx="577304" cy="57730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795864" y="1933590"/>
            <a:ext cx="1879848" cy="446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YouTube — 400 videos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6795864" y="2459846"/>
            <a:ext cx="1879848" cy="7356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Title · Uploader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Views · Duration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Keyword · Video URL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8288" y="368573"/>
            <a:ext cx="820742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Dataset Summary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88" y="798463"/>
            <a:ext cx="3999161" cy="287855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676477" y="968946"/>
            <a:ext cx="3999161" cy="9525"/>
          </a:xfrm>
          <a:prstGeom prst="roundRect">
            <a:avLst>
              <a:gd name="adj" fmla="val 60000"/>
            </a:avLst>
          </a:prstGeom>
          <a:solidFill>
            <a:srgbClr val="F4CAB8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676477" y="1061666"/>
            <a:ext cx="3999161" cy="499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900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Observations:</a:t>
            </a:r>
            <a:endParaRPr lang="en-US" sz="120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11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TikTok and YouTube contributed the majority of records; platform metadata varies (engagement vs. video metrics). Combined dataset provides a diverse foundation for subsequent GenAI trend and carbon‑impact analysis.       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68288" y="3800549"/>
            <a:ext cx="2699147" cy="459730"/>
          </a:xfrm>
          <a:prstGeom prst="roundRect">
            <a:avLst>
              <a:gd name="adj" fmla="val 2797"/>
            </a:avLst>
          </a:prstGeom>
          <a:solidFill>
            <a:srgbClr val="4D1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54013" y="3886274"/>
            <a:ext cx="252769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Platforms Covered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54013" y="4062040"/>
            <a:ext cx="2527697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3</a:t>
            </a:r>
            <a:endParaRPr lang="en-US" sz="650" dirty="0"/>
          </a:p>
        </p:txBody>
      </p:sp>
      <p:sp>
        <p:nvSpPr>
          <p:cNvPr id="9" name="Shape 6"/>
          <p:cNvSpPr/>
          <p:nvPr/>
        </p:nvSpPr>
        <p:spPr>
          <a:xfrm>
            <a:off x="3222352" y="3800549"/>
            <a:ext cx="2699221" cy="459730"/>
          </a:xfrm>
          <a:prstGeom prst="roundRect">
            <a:avLst>
              <a:gd name="adj" fmla="val 2797"/>
            </a:avLst>
          </a:prstGeom>
          <a:solidFill>
            <a:srgbClr val="4D1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308077" y="3886274"/>
            <a:ext cx="252777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Target Hashtags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308077" y="4062040"/>
            <a:ext cx="2527771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4</a:t>
            </a:r>
            <a:endParaRPr lang="en-US" sz="650" dirty="0"/>
          </a:p>
        </p:txBody>
      </p:sp>
      <p:sp>
        <p:nvSpPr>
          <p:cNvPr id="12" name="Shape 9"/>
          <p:cNvSpPr/>
          <p:nvPr/>
        </p:nvSpPr>
        <p:spPr>
          <a:xfrm>
            <a:off x="5976491" y="3800549"/>
            <a:ext cx="2699147" cy="459730"/>
          </a:xfrm>
          <a:prstGeom prst="roundRect">
            <a:avLst>
              <a:gd name="adj" fmla="val 2797"/>
            </a:avLst>
          </a:prstGeom>
          <a:solidFill>
            <a:srgbClr val="4D1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062216" y="3886274"/>
            <a:ext cx="252769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Total Records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062216" y="4062040"/>
            <a:ext cx="2527697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893</a:t>
            </a:r>
            <a:endParaRPr lang="en-US" sz="650" dirty="0"/>
          </a:p>
        </p:txBody>
      </p:sp>
      <p:sp>
        <p:nvSpPr>
          <p:cNvPr id="15" name="Shape 12"/>
          <p:cNvSpPr/>
          <p:nvPr/>
        </p:nvSpPr>
        <p:spPr>
          <a:xfrm>
            <a:off x="468288" y="4315197"/>
            <a:ext cx="8207350" cy="459730"/>
          </a:xfrm>
          <a:prstGeom prst="roundRect">
            <a:avLst>
              <a:gd name="adj" fmla="val 2797"/>
            </a:avLst>
          </a:prstGeom>
          <a:solidFill>
            <a:srgbClr val="4D1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54013" y="4400922"/>
            <a:ext cx="80359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Dataset Format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54013" y="4576688"/>
            <a:ext cx="803590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CSV (normalized columns per platform)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8287" y="593854"/>
            <a:ext cx="8207425" cy="445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Key Outcomes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68288" y="2348880"/>
            <a:ext cx="2646611" cy="133796"/>
          </a:xfrm>
          <a:prstGeom prst="roundRect">
            <a:avLst>
              <a:gd name="adj" fmla="val 15002"/>
            </a:avLst>
          </a:prstGeom>
          <a:solidFill>
            <a:srgbClr val="4D1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2084" y="2616473"/>
            <a:ext cx="2379018" cy="22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Reusable Tools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2084" y="2919710"/>
            <a:ext cx="2379018" cy="856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Developed modular Jupyter notebooks for each platform enabling repeatable, parameterised collection.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48695" y="2148185"/>
            <a:ext cx="2646611" cy="133796"/>
          </a:xfrm>
          <a:prstGeom prst="roundRect">
            <a:avLst>
              <a:gd name="adj" fmla="val 15002"/>
            </a:avLst>
          </a:prstGeom>
          <a:solidFill>
            <a:srgbClr val="4D1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382491" y="2415778"/>
            <a:ext cx="2379018" cy="22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Data Acquisition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82491" y="2719015"/>
            <a:ext cx="2379018" cy="642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Successfully gathered 893 records across Instagram, TikTok, and YouTube; exported clean CSVs.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29102" y="1947490"/>
            <a:ext cx="2646611" cy="133796"/>
          </a:xfrm>
          <a:prstGeom prst="roundRect">
            <a:avLst>
              <a:gd name="adj" fmla="val 15002"/>
            </a:avLst>
          </a:prstGeom>
          <a:solidFill>
            <a:srgbClr val="4D1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62898" y="2215083"/>
            <a:ext cx="2379018" cy="22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Data Foundation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62898" y="2518321"/>
            <a:ext cx="2379018" cy="856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Structured dataset with post/video metadata and engagement metrics for trend analysis and lifecycle estimation.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240</Words>
  <Application>Microsoft Office PowerPoint</Application>
  <PresentationFormat>On-screen Show (16:9)</PresentationFormat>
  <Paragraphs>49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Montserrat Medium</vt:lpstr>
      <vt:lpstr>Montserrat Bold</vt:lpstr>
      <vt:lpstr>Brygada 1918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Moteba Rehman</cp:lastModifiedBy>
  <cp:revision>2</cp:revision>
  <dcterms:created xsi:type="dcterms:W3CDTF">2026-07-14T04:15:25Z</dcterms:created>
  <dcterms:modified xsi:type="dcterms:W3CDTF">2026-07-14T04:22:32Z</dcterms:modified>
</cp:coreProperties>
</file>